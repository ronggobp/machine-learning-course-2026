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Gowun Batang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GowunBatang-regular.fntdata"/><Relationship Id="rId14" Type="http://schemas.openxmlformats.org/officeDocument/2006/relationships/slide" Target="slides/slide9.xml"/><Relationship Id="rId16" Type="http://schemas.openxmlformats.org/officeDocument/2006/relationships/font" Target="fonts/GowunBatang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8800afe8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8800afe8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8800afe8de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8800afe8de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b2dab275e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b2dab275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b2dab275e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b2dab275e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b2dab275e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b2dab275e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b2dab275e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b2dab275e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b2dab275e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b2dab275e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b2dab275e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b2dab275e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8800afe8de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8800afe8de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with header and footer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body"/>
          </p:nvPr>
        </p:nvSpPr>
        <p:spPr>
          <a:xfrm>
            <a:off x="228600" y="2856025"/>
            <a:ext cx="1889400" cy="6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2" type="body"/>
          </p:nvPr>
        </p:nvSpPr>
        <p:spPr>
          <a:xfrm>
            <a:off x="2286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228600" y="1909750"/>
            <a:ext cx="62328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5" name="Google Shape;15;p2"/>
          <p:cNvSpPr txBox="1"/>
          <p:nvPr>
            <p:ph idx="4" type="body"/>
          </p:nvPr>
        </p:nvSpPr>
        <p:spPr>
          <a:xfrm>
            <a:off x="2400300" y="2856025"/>
            <a:ext cx="1889400" cy="6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5" type="body"/>
          </p:nvPr>
        </p:nvSpPr>
        <p:spPr>
          <a:xfrm>
            <a:off x="24003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6" type="body"/>
          </p:nvPr>
        </p:nvSpPr>
        <p:spPr>
          <a:xfrm>
            <a:off x="45720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7" type="body"/>
          </p:nvPr>
        </p:nvSpPr>
        <p:spPr>
          <a:xfrm>
            <a:off x="67437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9" name="Google Shape;19;p2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144">
          <p15:clr>
            <a:srgbClr val="E46962"/>
          </p15:clr>
        </p15:guide>
        <p15:guide id="4" pos="1512">
          <p15:clr>
            <a:srgbClr val="E46962"/>
          </p15:clr>
        </p15:guide>
        <p15:guide id="5" pos="4248">
          <p15:clr>
            <a:srgbClr val="E46962"/>
          </p15:clr>
        </p15:guide>
        <p15:guide id="6" pos="5616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type="title"/>
          </p:nvPr>
        </p:nvSpPr>
        <p:spPr>
          <a:xfrm>
            <a:off x="228600" y="1909750"/>
            <a:ext cx="62328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cxnSp>
        <p:nvCxnSpPr>
          <p:cNvPr id="23" name="Google Shape;23;p3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228600" y="2866225"/>
            <a:ext cx="62328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144">
          <p15:clr>
            <a:srgbClr val="E46962"/>
          </p15:clr>
        </p15:guide>
        <p15:guide id="4" pos="1512">
          <p15:clr>
            <a:srgbClr val="E46962"/>
          </p15:clr>
        </p15:guide>
        <p15:guide id="5" pos="4248">
          <p15:clr>
            <a:srgbClr val="E46962"/>
          </p15:clr>
        </p15:guide>
        <p15:guide id="6" pos="5616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28600" y="2856025"/>
            <a:ext cx="1889400" cy="6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4"/>
          <p:cNvSpPr txBox="1"/>
          <p:nvPr>
            <p:ph type="title"/>
          </p:nvPr>
        </p:nvSpPr>
        <p:spPr>
          <a:xfrm>
            <a:off x="228600" y="1909750"/>
            <a:ext cx="62328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cxnSp>
        <p:nvCxnSpPr>
          <p:cNvPr id="29" name="Google Shape;29;p4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144">
          <p15:clr>
            <a:srgbClr val="E46962"/>
          </p15:clr>
        </p15:guide>
        <p15:guide id="4" pos="1512">
          <p15:clr>
            <a:srgbClr val="E46962"/>
          </p15:clr>
        </p15:guide>
        <p15:guide id="5" pos="4248">
          <p15:clr>
            <a:srgbClr val="E46962"/>
          </p15:clr>
        </p15:guide>
        <p15:guide id="6" pos="5616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ex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5"/>
          <p:cNvSpPr txBox="1"/>
          <p:nvPr>
            <p:ph idx="1" type="subTitle"/>
          </p:nvPr>
        </p:nvSpPr>
        <p:spPr>
          <a:xfrm>
            <a:off x="228600" y="167750"/>
            <a:ext cx="5257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34" name="Google Shape;34;p5"/>
          <p:cNvCxnSpPr/>
          <p:nvPr/>
        </p:nvCxnSpPr>
        <p:spPr>
          <a:xfrm>
            <a:off x="228600" y="478125"/>
            <a:ext cx="8686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" name="Google Shape;35;p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3456">
          <p15:clr>
            <a:srgbClr val="E46962"/>
          </p15:clr>
        </p15:guide>
        <p15:guide id="2" pos="4752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ate sheet" type="tx">
  <p:cSld name="TITLE_AND_BOD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" name="Google Shape;38;p6"/>
          <p:cNvSpPr txBox="1"/>
          <p:nvPr>
            <p:ph type="title"/>
          </p:nvPr>
        </p:nvSpPr>
        <p:spPr>
          <a:xfrm>
            <a:off x="229450" y="164350"/>
            <a:ext cx="8686800" cy="4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subTitle"/>
          </p:nvPr>
        </p:nvSpPr>
        <p:spPr>
          <a:xfrm>
            <a:off x="228600" y="1213525"/>
            <a:ext cx="27282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41" name="Google Shape;41;p6"/>
          <p:cNvSpPr txBox="1"/>
          <p:nvPr>
            <p:ph idx="3" type="subTitle"/>
          </p:nvPr>
        </p:nvSpPr>
        <p:spPr>
          <a:xfrm>
            <a:off x="3207900" y="1213525"/>
            <a:ext cx="27282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42" name="Google Shape;42;p6"/>
          <p:cNvSpPr txBox="1"/>
          <p:nvPr>
            <p:ph idx="4" type="subTitle"/>
          </p:nvPr>
        </p:nvSpPr>
        <p:spPr>
          <a:xfrm>
            <a:off x="6187200" y="1213525"/>
            <a:ext cx="27282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cxnSp>
        <p:nvCxnSpPr>
          <p:cNvPr id="43" name="Google Shape;43;p6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with footer" type="twoColTx">
  <p:cSld name="TITLE_AND_TWO_COLUMN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2294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2" type="subTitle"/>
          </p:nvPr>
        </p:nvSpPr>
        <p:spPr>
          <a:xfrm>
            <a:off x="2294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49" name="Google Shape;49;p7"/>
          <p:cNvSpPr txBox="1"/>
          <p:nvPr>
            <p:ph idx="3" type="body"/>
          </p:nvPr>
        </p:nvSpPr>
        <p:spPr>
          <a:xfrm>
            <a:off x="315580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4" type="subTitle"/>
          </p:nvPr>
        </p:nvSpPr>
        <p:spPr>
          <a:xfrm>
            <a:off x="315580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51" name="Google Shape;51;p7"/>
          <p:cNvSpPr txBox="1"/>
          <p:nvPr>
            <p:ph idx="5" type="body"/>
          </p:nvPr>
        </p:nvSpPr>
        <p:spPr>
          <a:xfrm>
            <a:off x="60821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6" type="subTitle"/>
          </p:nvPr>
        </p:nvSpPr>
        <p:spPr>
          <a:xfrm>
            <a:off x="60821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53" name="Google Shape;53;p7"/>
          <p:cNvSpPr txBox="1"/>
          <p:nvPr>
            <p:ph idx="7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54" name="Google Shape;54;p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ITLE_AND_TWO_COLUMNS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8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" type="body"/>
          </p:nvPr>
        </p:nvSpPr>
        <p:spPr>
          <a:xfrm>
            <a:off x="2294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subTitle"/>
          </p:nvPr>
        </p:nvSpPr>
        <p:spPr>
          <a:xfrm>
            <a:off x="2294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60" name="Google Shape;60;p8"/>
          <p:cNvSpPr txBox="1"/>
          <p:nvPr>
            <p:ph idx="3" type="body"/>
          </p:nvPr>
        </p:nvSpPr>
        <p:spPr>
          <a:xfrm>
            <a:off x="315580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subTitle"/>
          </p:nvPr>
        </p:nvSpPr>
        <p:spPr>
          <a:xfrm>
            <a:off x="315580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62" name="Google Shape;62;p8"/>
          <p:cNvSpPr txBox="1"/>
          <p:nvPr>
            <p:ph idx="5" type="body"/>
          </p:nvPr>
        </p:nvSpPr>
        <p:spPr>
          <a:xfrm>
            <a:off x="60821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6" type="subTitle"/>
          </p:nvPr>
        </p:nvSpPr>
        <p:spPr>
          <a:xfrm>
            <a:off x="60821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cxnSp>
        <p:nvCxnSpPr>
          <p:cNvPr id="64" name="Google Shape;64;p8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TITLE_AND_TWO_COLUMNS_1_2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9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8" name="Google Shape;68;p9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9"/>
          <p:cNvSpPr txBox="1"/>
          <p:nvPr>
            <p:ph idx="1" type="body"/>
          </p:nvPr>
        </p:nvSpPr>
        <p:spPr>
          <a:xfrm>
            <a:off x="24003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2" type="body"/>
          </p:nvPr>
        </p:nvSpPr>
        <p:spPr>
          <a:xfrm>
            <a:off x="2286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3" type="body"/>
          </p:nvPr>
        </p:nvSpPr>
        <p:spPr>
          <a:xfrm>
            <a:off x="45720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4" type="body"/>
          </p:nvPr>
        </p:nvSpPr>
        <p:spPr>
          <a:xfrm>
            <a:off x="67437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5" type="subTitle"/>
          </p:nvPr>
        </p:nvSpPr>
        <p:spPr>
          <a:xfrm>
            <a:off x="229450" y="21237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74" name="Google Shape;74;p9"/>
          <p:cNvSpPr txBox="1"/>
          <p:nvPr>
            <p:ph idx="6" type="subTitle"/>
          </p:nvPr>
        </p:nvSpPr>
        <p:spPr>
          <a:xfrm>
            <a:off x="2400300" y="21237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75" name="Google Shape;75;p9"/>
          <p:cNvSpPr txBox="1"/>
          <p:nvPr>
            <p:ph idx="7" type="subTitle"/>
          </p:nvPr>
        </p:nvSpPr>
        <p:spPr>
          <a:xfrm>
            <a:off x="4572000" y="21237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76" name="Google Shape;76;p9"/>
          <p:cNvSpPr txBox="1"/>
          <p:nvPr>
            <p:ph idx="8" type="subTitle"/>
          </p:nvPr>
        </p:nvSpPr>
        <p:spPr>
          <a:xfrm>
            <a:off x="6743700" y="21237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TITLE_AND_TWO_COLUMNS_1_2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0"/>
          <p:cNvSpPr txBox="1"/>
          <p:nvPr>
            <p:ph type="title"/>
          </p:nvPr>
        </p:nvSpPr>
        <p:spPr>
          <a:xfrm>
            <a:off x="229450" y="164350"/>
            <a:ext cx="5541900" cy="18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cxnSp>
        <p:nvCxnSpPr>
          <p:cNvPr id="80" name="Google Shape;80;p10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" name="Google Shape;81;p10"/>
          <p:cNvSpPr txBox="1"/>
          <p:nvPr>
            <p:ph idx="1" type="body"/>
          </p:nvPr>
        </p:nvSpPr>
        <p:spPr>
          <a:xfrm>
            <a:off x="228600" y="2448075"/>
            <a:ext cx="55419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82" name="Google Shape;82;p10"/>
          <p:cNvSpPr txBox="1"/>
          <p:nvPr>
            <p:ph idx="2" type="subTitle"/>
          </p:nvPr>
        </p:nvSpPr>
        <p:spPr>
          <a:xfrm>
            <a:off x="228600" y="1798275"/>
            <a:ext cx="55419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ITLE_AND_TWO_COLUMNS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1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" type="body"/>
          </p:nvPr>
        </p:nvSpPr>
        <p:spPr>
          <a:xfrm>
            <a:off x="229450" y="3455950"/>
            <a:ext cx="4061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2" type="subTitle"/>
          </p:nvPr>
        </p:nvSpPr>
        <p:spPr>
          <a:xfrm>
            <a:off x="229450" y="3127850"/>
            <a:ext cx="4061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cxnSp>
        <p:nvCxnSpPr>
          <p:cNvPr id="88" name="Google Shape;88;p11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" name="Google Shape;89;p11"/>
          <p:cNvSpPr txBox="1"/>
          <p:nvPr>
            <p:ph idx="3" type="body"/>
          </p:nvPr>
        </p:nvSpPr>
        <p:spPr>
          <a:xfrm>
            <a:off x="4573675" y="3455950"/>
            <a:ext cx="4061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4" type="subTitle"/>
          </p:nvPr>
        </p:nvSpPr>
        <p:spPr>
          <a:xfrm>
            <a:off x="4573675" y="3127850"/>
            <a:ext cx="4061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ody text">
  <p:cSld name="CUSTOM_3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 txBox="1"/>
          <p:nvPr>
            <p:ph idx="1" type="body"/>
          </p:nvPr>
        </p:nvSpPr>
        <p:spPr>
          <a:xfrm>
            <a:off x="5095525" y="922175"/>
            <a:ext cx="3440100" cy="12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2"/>
          <p:cNvSpPr txBox="1"/>
          <p:nvPr>
            <p:ph idx="2" type="body"/>
          </p:nvPr>
        </p:nvSpPr>
        <p:spPr>
          <a:xfrm>
            <a:off x="5095525" y="2801100"/>
            <a:ext cx="3440100" cy="8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5" name="Google Shape;95;p12"/>
          <p:cNvSpPr txBox="1"/>
          <p:nvPr>
            <p:ph idx="3" type="body"/>
          </p:nvPr>
        </p:nvSpPr>
        <p:spPr>
          <a:xfrm>
            <a:off x="5095525" y="4013575"/>
            <a:ext cx="3440100" cy="53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6" name="Google Shape;96;p12"/>
          <p:cNvSpPr txBox="1"/>
          <p:nvPr>
            <p:ph idx="4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97" name="Google Shape;97;p12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13"/>
          <p:cNvSpPr txBox="1"/>
          <p:nvPr>
            <p:ph type="title"/>
          </p:nvPr>
        </p:nvSpPr>
        <p:spPr>
          <a:xfrm>
            <a:off x="229450" y="164350"/>
            <a:ext cx="8686800" cy="33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idx="1" type="body"/>
          </p:nvPr>
        </p:nvSpPr>
        <p:spPr>
          <a:xfrm>
            <a:off x="2286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2" type="body"/>
          </p:nvPr>
        </p:nvSpPr>
        <p:spPr>
          <a:xfrm>
            <a:off x="24003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03" name="Google Shape;103;p13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04" name="Google Shape;104;p13"/>
          <p:cNvSpPr txBox="1"/>
          <p:nvPr>
            <p:ph idx="4" type="body"/>
          </p:nvPr>
        </p:nvSpPr>
        <p:spPr>
          <a:xfrm>
            <a:off x="67437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05" name="Google Shape;105;p13"/>
          <p:cNvSpPr txBox="1"/>
          <p:nvPr>
            <p:ph idx="5" type="body"/>
          </p:nvPr>
        </p:nvSpPr>
        <p:spPr>
          <a:xfrm>
            <a:off x="45720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06" name="Google Shape;106;p13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 text">
  <p:cSld name="TITLE_ONLY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" name="Google Shape;109;p14"/>
          <p:cNvSpPr txBox="1"/>
          <p:nvPr>
            <p:ph idx="1" type="body"/>
          </p:nvPr>
        </p:nvSpPr>
        <p:spPr>
          <a:xfrm>
            <a:off x="3701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0" name="Google Shape;110;p14"/>
          <p:cNvSpPr txBox="1"/>
          <p:nvPr>
            <p:ph idx="2" type="body"/>
          </p:nvPr>
        </p:nvSpPr>
        <p:spPr>
          <a:xfrm>
            <a:off x="2541453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1" name="Google Shape;111;p14"/>
          <p:cNvSpPr txBox="1"/>
          <p:nvPr>
            <p:ph idx="3" type="body"/>
          </p:nvPr>
        </p:nvSpPr>
        <p:spPr>
          <a:xfrm>
            <a:off x="4713154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2" name="Google Shape;112;p14"/>
          <p:cNvSpPr txBox="1"/>
          <p:nvPr>
            <p:ph idx="4" type="body"/>
          </p:nvPr>
        </p:nvSpPr>
        <p:spPr>
          <a:xfrm>
            <a:off x="6884852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3" name="Google Shape;113;p14"/>
          <p:cNvSpPr txBox="1"/>
          <p:nvPr>
            <p:ph idx="5" type="subTitle"/>
          </p:nvPr>
        </p:nvSpPr>
        <p:spPr>
          <a:xfrm>
            <a:off x="370100" y="4953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idx="6" type="subTitle"/>
          </p:nvPr>
        </p:nvSpPr>
        <p:spPr>
          <a:xfrm>
            <a:off x="2541450" y="4953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5" name="Google Shape;115;p14"/>
          <p:cNvSpPr txBox="1"/>
          <p:nvPr>
            <p:ph idx="7" type="subTitle"/>
          </p:nvPr>
        </p:nvSpPr>
        <p:spPr>
          <a:xfrm>
            <a:off x="4712800" y="4953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6" name="Google Shape;116;p14"/>
          <p:cNvSpPr txBox="1"/>
          <p:nvPr>
            <p:ph idx="8" type="subTitle"/>
          </p:nvPr>
        </p:nvSpPr>
        <p:spPr>
          <a:xfrm>
            <a:off x="6884150" y="4953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7" name="Google Shape;117;p14"/>
          <p:cNvSpPr txBox="1"/>
          <p:nvPr>
            <p:ph idx="9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18" name="Google Shape;118;p14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TITLE_ONLY_1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5"/>
          <p:cNvSpPr txBox="1"/>
          <p:nvPr>
            <p:ph idx="1" type="subTitle"/>
          </p:nvPr>
        </p:nvSpPr>
        <p:spPr>
          <a:xfrm>
            <a:off x="1456800" y="17907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2" name="Google Shape;122;p15"/>
          <p:cNvSpPr txBox="1"/>
          <p:nvPr>
            <p:ph idx="2" type="subTitle"/>
          </p:nvPr>
        </p:nvSpPr>
        <p:spPr>
          <a:xfrm>
            <a:off x="3628150" y="17907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3" name="Google Shape;123;p15"/>
          <p:cNvSpPr txBox="1"/>
          <p:nvPr>
            <p:ph idx="3" type="subTitle"/>
          </p:nvPr>
        </p:nvSpPr>
        <p:spPr>
          <a:xfrm>
            <a:off x="5799500" y="17907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4" name="Google Shape;124;p15"/>
          <p:cNvSpPr txBox="1"/>
          <p:nvPr>
            <p:ph idx="4" type="subTitle"/>
          </p:nvPr>
        </p:nvSpPr>
        <p:spPr>
          <a:xfrm>
            <a:off x="5799500" y="3234832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cxnSp>
        <p:nvCxnSpPr>
          <p:cNvPr id="125" name="Google Shape;125;p1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" name="Google Shape;126;p15"/>
          <p:cNvSpPr txBox="1"/>
          <p:nvPr>
            <p:ph idx="5" type="subTitle"/>
          </p:nvPr>
        </p:nvSpPr>
        <p:spPr>
          <a:xfrm>
            <a:off x="1456800" y="3234832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7" name="Google Shape;127;p15"/>
          <p:cNvSpPr txBox="1"/>
          <p:nvPr>
            <p:ph idx="6" type="subTitle"/>
          </p:nvPr>
        </p:nvSpPr>
        <p:spPr>
          <a:xfrm>
            <a:off x="3628150" y="3234832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8" name="Google Shape;128;p15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V">
  <p:cSld name="CUSTOM_5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/>
          <p:nvPr>
            <p:ph idx="1" type="body"/>
          </p:nvPr>
        </p:nvSpPr>
        <p:spPr>
          <a:xfrm>
            <a:off x="24003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31" name="Google Shape;131;p16"/>
          <p:cNvSpPr txBox="1"/>
          <p:nvPr>
            <p:ph idx="2" type="body"/>
          </p:nvPr>
        </p:nvSpPr>
        <p:spPr>
          <a:xfrm>
            <a:off x="2286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32" name="Google Shape;132;p1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16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34" name="Google Shape;134;p16"/>
          <p:cNvSpPr txBox="1"/>
          <p:nvPr>
            <p:ph idx="3" type="body"/>
          </p:nvPr>
        </p:nvSpPr>
        <p:spPr>
          <a:xfrm>
            <a:off x="45720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35" name="Google Shape;135;p16"/>
          <p:cNvSpPr txBox="1"/>
          <p:nvPr>
            <p:ph idx="4" type="body"/>
          </p:nvPr>
        </p:nvSpPr>
        <p:spPr>
          <a:xfrm>
            <a:off x="67437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36" name="Google Shape;136;p16"/>
          <p:cNvSpPr txBox="1"/>
          <p:nvPr>
            <p:ph idx="5" type="subTitle"/>
          </p:nvPr>
        </p:nvSpPr>
        <p:spPr>
          <a:xfrm>
            <a:off x="4572000" y="1585625"/>
            <a:ext cx="40611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7" name="Google Shape;137;p16"/>
          <p:cNvSpPr txBox="1"/>
          <p:nvPr>
            <p:ph idx="6" type="subTitle"/>
          </p:nvPr>
        </p:nvSpPr>
        <p:spPr>
          <a:xfrm>
            <a:off x="228600" y="1585625"/>
            <a:ext cx="40611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8" name="Google Shape;138;p16"/>
          <p:cNvSpPr txBox="1"/>
          <p:nvPr>
            <p:ph idx="7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39" name="Google Shape;139;p16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footer">
  <p:cSld name="CUSTOM"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>
            <p:ph type="title"/>
          </p:nvPr>
        </p:nvSpPr>
        <p:spPr>
          <a:xfrm>
            <a:off x="225750" y="369625"/>
            <a:ext cx="8692500" cy="431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17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44" name="Google Shape;144;p1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CUSTOM_10"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type="title"/>
          </p:nvPr>
        </p:nvSpPr>
        <p:spPr>
          <a:xfrm>
            <a:off x="225750" y="369625"/>
            <a:ext cx="8692500" cy="431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7" name="Google Shape;147;p18"/>
          <p:cNvSpPr txBox="1"/>
          <p:nvPr>
            <p:ph idx="2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1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9" name="Google Shape;149;p18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6"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 txBox="1"/>
          <p:nvPr>
            <p:ph type="title"/>
          </p:nvPr>
        </p:nvSpPr>
        <p:spPr>
          <a:xfrm>
            <a:off x="225750" y="1212350"/>
            <a:ext cx="8692500" cy="347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2" name="Google Shape;152;p19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19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54" name="Google Shape;154;p19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19"/>
          <p:cNvCxnSpPr/>
          <p:nvPr/>
        </p:nvCxnSpPr>
        <p:spPr>
          <a:xfrm flipH="1" rot="10800000">
            <a:off x="225750" y="12123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with footer">
  <p:cSld name="CUSTOM_7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8" name="Google Shape;158;p20"/>
          <p:cNvSpPr txBox="1"/>
          <p:nvPr>
            <p:ph type="title"/>
          </p:nvPr>
        </p:nvSpPr>
        <p:spPr>
          <a:xfrm>
            <a:off x="228600" y="665825"/>
            <a:ext cx="5753400" cy="22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9" name="Google Shape;159;p20"/>
          <p:cNvSpPr/>
          <p:nvPr>
            <p:ph idx="2" type="pic"/>
          </p:nvPr>
        </p:nvSpPr>
        <p:spPr>
          <a:xfrm>
            <a:off x="6777063" y="1017650"/>
            <a:ext cx="1582800" cy="1582800"/>
          </a:xfrm>
          <a:prstGeom prst="rect">
            <a:avLst/>
          </a:prstGeom>
          <a:noFill/>
          <a:ln>
            <a:noFill/>
          </a:ln>
        </p:spPr>
      </p:sp>
      <p:sp>
        <p:nvSpPr>
          <p:cNvPr id="160" name="Google Shape;160;p20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61" name="Google Shape;161;p20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7_1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21"/>
          <p:cNvSpPr/>
          <p:nvPr/>
        </p:nvSpPr>
        <p:spPr>
          <a:xfrm>
            <a:off x="7005675" y="789050"/>
            <a:ext cx="1582800" cy="1582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1"/>
          <p:cNvSpPr txBox="1"/>
          <p:nvPr>
            <p:ph type="title"/>
          </p:nvPr>
        </p:nvSpPr>
        <p:spPr>
          <a:xfrm>
            <a:off x="228600" y="665825"/>
            <a:ext cx="5753400" cy="22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" name="Google Shape;166;p21"/>
          <p:cNvSpPr/>
          <p:nvPr>
            <p:ph idx="2" type="pic"/>
          </p:nvPr>
        </p:nvSpPr>
        <p:spPr>
          <a:xfrm>
            <a:off x="6777063" y="1017650"/>
            <a:ext cx="1582800" cy="1582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67" name="Google Shape;167;p21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2">
  <p:cSld name="CUSTOM_8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22"/>
          <p:cNvSpPr txBox="1"/>
          <p:nvPr>
            <p:ph type="title"/>
          </p:nvPr>
        </p:nvSpPr>
        <p:spPr>
          <a:xfrm>
            <a:off x="228600" y="1549575"/>
            <a:ext cx="7938000" cy="228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1" name="Google Shape;171;p22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72" name="Google Shape;172;p22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8_1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5" name="Google Shape;175;p23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" name="Google Shape;176;p23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8_1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9" name="Google Shape;179;p24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p24"/>
          <p:cNvSpPr txBox="1"/>
          <p:nvPr>
            <p:ph type="title"/>
          </p:nvPr>
        </p:nvSpPr>
        <p:spPr>
          <a:xfrm>
            <a:off x="228600" y="2236650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with footer">
  <p:cSld name="ONE_COLUMN_TEX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" name="Google Shape;183;p25"/>
          <p:cNvSpPr txBox="1"/>
          <p:nvPr>
            <p:ph type="title"/>
          </p:nvPr>
        </p:nvSpPr>
        <p:spPr>
          <a:xfrm>
            <a:off x="228600" y="2236650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84" name="Google Shape;184;p25"/>
          <p:cNvSpPr txBox="1"/>
          <p:nvPr>
            <p:ph idx="1" type="subTitle"/>
          </p:nvPr>
        </p:nvSpPr>
        <p:spPr>
          <a:xfrm>
            <a:off x="4572000" y="1004700"/>
            <a:ext cx="43434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85" name="Google Shape;185;p25"/>
          <p:cNvSpPr txBox="1"/>
          <p:nvPr>
            <p:ph idx="2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86" name="Google Shape;186;p2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ONE_COLUMN_TEXT_2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26"/>
          <p:cNvSpPr txBox="1"/>
          <p:nvPr>
            <p:ph type="title"/>
          </p:nvPr>
        </p:nvSpPr>
        <p:spPr>
          <a:xfrm>
            <a:off x="228600" y="2236650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90" name="Google Shape;190;p26"/>
          <p:cNvSpPr txBox="1"/>
          <p:nvPr>
            <p:ph idx="1" type="subTitle"/>
          </p:nvPr>
        </p:nvSpPr>
        <p:spPr>
          <a:xfrm>
            <a:off x="4572000" y="1004700"/>
            <a:ext cx="43434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cxnSp>
        <p:nvCxnSpPr>
          <p:cNvPr id="191" name="Google Shape;191;p26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">
  <p:cSld name="ONE_COLUMN_TEXT_1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27"/>
          <p:cNvSpPr txBox="1"/>
          <p:nvPr>
            <p:ph type="title"/>
          </p:nvPr>
        </p:nvSpPr>
        <p:spPr>
          <a:xfrm>
            <a:off x="228600" y="2089772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95" name="Google Shape;195;p27"/>
          <p:cNvSpPr txBox="1"/>
          <p:nvPr>
            <p:ph idx="1" type="subTitle"/>
          </p:nvPr>
        </p:nvSpPr>
        <p:spPr>
          <a:xfrm>
            <a:off x="6074275" y="1004700"/>
            <a:ext cx="25587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96" name="Google Shape;196;p27"/>
          <p:cNvSpPr txBox="1"/>
          <p:nvPr>
            <p:ph idx="2" type="subTitle"/>
          </p:nvPr>
        </p:nvSpPr>
        <p:spPr>
          <a:xfrm>
            <a:off x="4292700" y="1004700"/>
            <a:ext cx="16710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1pPr>
            <a:lvl2pPr lvl="1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2pPr>
            <a:lvl3pPr lvl="2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3pPr>
            <a:lvl4pPr lvl="3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4pPr>
            <a:lvl5pPr lvl="4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5pPr>
            <a:lvl6pPr lvl="5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6pPr>
            <a:lvl7pPr lvl="6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7pPr>
            <a:lvl8pPr lvl="7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8pPr>
            <a:lvl9pPr lvl="8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9pPr>
          </a:lstStyle>
          <a:p/>
        </p:txBody>
      </p:sp>
      <p:sp>
        <p:nvSpPr>
          <p:cNvPr id="197" name="Google Shape;197;p27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98" name="Google Shape;198;p2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with footer">
  <p:cSld name="CUSTOM_4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8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202" name="Google Shape;202;p28"/>
          <p:cNvSpPr txBox="1"/>
          <p:nvPr>
            <p:ph idx="1" type="body"/>
          </p:nvPr>
        </p:nvSpPr>
        <p:spPr>
          <a:xfrm>
            <a:off x="229450" y="1294950"/>
            <a:ext cx="3566100" cy="28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03" name="Google Shape;203;p28"/>
          <p:cNvSpPr txBox="1"/>
          <p:nvPr>
            <p:ph idx="2" type="body"/>
          </p:nvPr>
        </p:nvSpPr>
        <p:spPr>
          <a:xfrm>
            <a:off x="4572850" y="1294950"/>
            <a:ext cx="3566100" cy="28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04" name="Google Shape;204;p28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05" name="Google Shape;205;p28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4_1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8" name="Google Shape;208;p29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209" name="Google Shape;209;p29"/>
          <p:cNvSpPr txBox="1"/>
          <p:nvPr>
            <p:ph idx="1" type="body"/>
          </p:nvPr>
        </p:nvSpPr>
        <p:spPr>
          <a:xfrm>
            <a:off x="229450" y="1294950"/>
            <a:ext cx="3566100" cy="28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10" name="Google Shape;210;p29"/>
          <p:cNvSpPr txBox="1"/>
          <p:nvPr>
            <p:ph idx="2" type="body"/>
          </p:nvPr>
        </p:nvSpPr>
        <p:spPr>
          <a:xfrm>
            <a:off x="4572850" y="1294950"/>
            <a:ext cx="3566100" cy="28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11" name="Google Shape;211;p29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image boards">
  <p:cSld name="CUSTOM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4" name="Google Shape;214;p30"/>
          <p:cNvSpPr txBox="1"/>
          <p:nvPr>
            <p:ph idx="1" type="subTitle"/>
          </p:nvPr>
        </p:nvSpPr>
        <p:spPr>
          <a:xfrm>
            <a:off x="228600" y="164350"/>
            <a:ext cx="35142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15" name="Google Shape;215;p30"/>
          <p:cNvSpPr/>
          <p:nvPr>
            <p:ph idx="2" type="pic"/>
          </p:nvPr>
        </p:nvSpPr>
        <p:spPr>
          <a:xfrm>
            <a:off x="228600" y="1870200"/>
            <a:ext cx="2024400" cy="2314200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30"/>
          <p:cNvSpPr/>
          <p:nvPr>
            <p:ph idx="3" type="pic"/>
          </p:nvPr>
        </p:nvSpPr>
        <p:spPr>
          <a:xfrm>
            <a:off x="3864875" y="1870200"/>
            <a:ext cx="3561900" cy="23142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30"/>
          <p:cNvSpPr/>
          <p:nvPr>
            <p:ph idx="4" type="pic"/>
          </p:nvPr>
        </p:nvSpPr>
        <p:spPr>
          <a:xfrm>
            <a:off x="7547700" y="1870200"/>
            <a:ext cx="1367700" cy="23142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30"/>
          <p:cNvSpPr/>
          <p:nvPr>
            <p:ph idx="5" type="pic"/>
          </p:nvPr>
        </p:nvSpPr>
        <p:spPr>
          <a:xfrm>
            <a:off x="2375088" y="1870200"/>
            <a:ext cx="1367700" cy="23142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30"/>
          <p:cNvSpPr txBox="1"/>
          <p:nvPr>
            <p:ph idx="6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20" name="Google Shape;220;p30"/>
          <p:cNvSpPr txBox="1"/>
          <p:nvPr>
            <p:ph idx="7" type="body"/>
          </p:nvPr>
        </p:nvSpPr>
        <p:spPr>
          <a:xfrm>
            <a:off x="228600" y="593650"/>
            <a:ext cx="35142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21" name="Google Shape;221;p30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 boards">
  <p:cSld name="CUSTOM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31"/>
          <p:cNvSpPr txBox="1"/>
          <p:nvPr>
            <p:ph idx="1" type="subTitle"/>
          </p:nvPr>
        </p:nvSpPr>
        <p:spPr>
          <a:xfrm>
            <a:off x="228600" y="164350"/>
            <a:ext cx="35142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25" name="Google Shape;225;p31"/>
          <p:cNvSpPr/>
          <p:nvPr>
            <p:ph idx="2" type="pic"/>
          </p:nvPr>
        </p:nvSpPr>
        <p:spPr>
          <a:xfrm>
            <a:off x="228600" y="1617150"/>
            <a:ext cx="28203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31"/>
          <p:cNvSpPr/>
          <p:nvPr>
            <p:ph idx="3" type="pic"/>
          </p:nvPr>
        </p:nvSpPr>
        <p:spPr>
          <a:xfrm>
            <a:off x="3161800" y="1617150"/>
            <a:ext cx="28203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31"/>
          <p:cNvSpPr/>
          <p:nvPr>
            <p:ph idx="4" type="pic"/>
          </p:nvPr>
        </p:nvSpPr>
        <p:spPr>
          <a:xfrm>
            <a:off x="6095000" y="1617150"/>
            <a:ext cx="28203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31"/>
          <p:cNvSpPr txBox="1"/>
          <p:nvPr>
            <p:ph idx="5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29" name="Google Shape;229;p31"/>
          <p:cNvSpPr txBox="1"/>
          <p:nvPr>
            <p:ph idx="6" type="body"/>
          </p:nvPr>
        </p:nvSpPr>
        <p:spPr>
          <a:xfrm>
            <a:off x="228600" y="593650"/>
            <a:ext cx="35142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30" name="Google Shape;230;p31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 boards">
  <p:cSld name="CUSTOM_1_1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32"/>
          <p:cNvSpPr txBox="1"/>
          <p:nvPr>
            <p:ph idx="1" type="subTitle"/>
          </p:nvPr>
        </p:nvSpPr>
        <p:spPr>
          <a:xfrm>
            <a:off x="228600" y="164350"/>
            <a:ext cx="35142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34" name="Google Shape;234;p32"/>
          <p:cNvSpPr/>
          <p:nvPr>
            <p:ph idx="2" type="pic"/>
          </p:nvPr>
        </p:nvSpPr>
        <p:spPr>
          <a:xfrm>
            <a:off x="4633050" y="1617150"/>
            <a:ext cx="42825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32"/>
          <p:cNvSpPr/>
          <p:nvPr>
            <p:ph idx="3" type="pic"/>
          </p:nvPr>
        </p:nvSpPr>
        <p:spPr>
          <a:xfrm>
            <a:off x="228600" y="1617150"/>
            <a:ext cx="42825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32"/>
          <p:cNvSpPr txBox="1"/>
          <p:nvPr>
            <p:ph idx="4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37" name="Google Shape;237;p32"/>
          <p:cNvSpPr txBox="1"/>
          <p:nvPr>
            <p:ph idx="5" type="body"/>
          </p:nvPr>
        </p:nvSpPr>
        <p:spPr>
          <a:xfrm>
            <a:off x="228600" y="593650"/>
            <a:ext cx="35142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38" name="Google Shape;238;p32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 boards vertical">
  <p:cSld name="CUSTOM_1_1_1_1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3"/>
          <p:cNvSpPr/>
          <p:nvPr>
            <p:ph idx="2" type="pic"/>
          </p:nvPr>
        </p:nvSpPr>
        <p:spPr>
          <a:xfrm>
            <a:off x="3161800" y="164350"/>
            <a:ext cx="2820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3"/>
          <p:cNvSpPr/>
          <p:nvPr>
            <p:ph idx="3" type="pic"/>
          </p:nvPr>
        </p:nvSpPr>
        <p:spPr>
          <a:xfrm>
            <a:off x="6095100" y="164350"/>
            <a:ext cx="2820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3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33"/>
          <p:cNvSpPr txBox="1"/>
          <p:nvPr>
            <p:ph idx="1" type="subTitle"/>
          </p:nvPr>
        </p:nvSpPr>
        <p:spPr>
          <a:xfrm>
            <a:off x="228600" y="164350"/>
            <a:ext cx="28203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44" name="Google Shape;244;p33"/>
          <p:cNvSpPr txBox="1"/>
          <p:nvPr>
            <p:ph idx="4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45" name="Google Shape;245;p33"/>
          <p:cNvSpPr txBox="1"/>
          <p:nvPr>
            <p:ph idx="5" type="body"/>
          </p:nvPr>
        </p:nvSpPr>
        <p:spPr>
          <a:xfrm>
            <a:off x="228600" y="593650"/>
            <a:ext cx="21714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46" name="Google Shape;246;p33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9" name="Google Shape;24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square image board">
  <p:cSld name="CUSTOM_1_1_1_1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5"/>
          <p:cNvSpPr/>
          <p:nvPr>
            <p:ph idx="2" type="pic"/>
          </p:nvPr>
        </p:nvSpPr>
        <p:spPr>
          <a:xfrm>
            <a:off x="4569950" y="164350"/>
            <a:ext cx="43431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252" name="Google Shape;252;p3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35"/>
          <p:cNvSpPr txBox="1"/>
          <p:nvPr>
            <p:ph idx="1" type="subTitle"/>
          </p:nvPr>
        </p:nvSpPr>
        <p:spPr>
          <a:xfrm>
            <a:off x="228600" y="164350"/>
            <a:ext cx="28203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54" name="Google Shape;254;p35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55" name="Google Shape;255;p35"/>
          <p:cNvSpPr txBox="1"/>
          <p:nvPr>
            <p:ph idx="4" type="body"/>
          </p:nvPr>
        </p:nvSpPr>
        <p:spPr>
          <a:xfrm>
            <a:off x="228600" y="593650"/>
            <a:ext cx="21714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56" name="Google Shape;256;p3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landscape image board">
  <p:cSld name="CUSTOM_1_1_1_1_1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6"/>
          <p:cNvSpPr/>
          <p:nvPr>
            <p:ph idx="2" type="pic"/>
          </p:nvPr>
        </p:nvSpPr>
        <p:spPr>
          <a:xfrm>
            <a:off x="3161800" y="164350"/>
            <a:ext cx="5751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3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36"/>
          <p:cNvSpPr txBox="1"/>
          <p:nvPr>
            <p:ph idx="1" type="subTitle"/>
          </p:nvPr>
        </p:nvSpPr>
        <p:spPr>
          <a:xfrm>
            <a:off x="228600" y="3290275"/>
            <a:ext cx="28203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61" name="Google Shape;261;p36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62" name="Google Shape;262;p36"/>
          <p:cNvSpPr txBox="1"/>
          <p:nvPr>
            <p:ph idx="4" type="body"/>
          </p:nvPr>
        </p:nvSpPr>
        <p:spPr>
          <a:xfrm>
            <a:off x="228600" y="3719575"/>
            <a:ext cx="2171400" cy="7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63" name="Google Shape;263;p36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, body and image">
  <p:cSld name="CUSTOM_1_1_1_1_1_1_2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"/>
          <p:cNvSpPr/>
          <p:nvPr>
            <p:ph idx="2" type="pic"/>
          </p:nvPr>
        </p:nvSpPr>
        <p:spPr>
          <a:xfrm>
            <a:off x="3161800" y="164350"/>
            <a:ext cx="5751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3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7" name="Google Shape;267;p37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68" name="Google Shape;268;p37"/>
          <p:cNvSpPr txBox="1"/>
          <p:nvPr>
            <p:ph idx="3" type="body"/>
          </p:nvPr>
        </p:nvSpPr>
        <p:spPr>
          <a:xfrm>
            <a:off x="228600" y="3719575"/>
            <a:ext cx="2171400" cy="7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69" name="Google Shape;269;p3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37"/>
          <p:cNvSpPr txBox="1"/>
          <p:nvPr>
            <p:ph type="title"/>
          </p:nvPr>
        </p:nvSpPr>
        <p:spPr>
          <a:xfrm>
            <a:off x="228600" y="164350"/>
            <a:ext cx="2670300" cy="28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1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4" name="Google Shape;274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0" name="Google Shape;280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_2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3" name="Google Shape;283;p4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84" name="Google Shape;284;p4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1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41"/>
          <p:cNvSpPr/>
          <p:nvPr>
            <p:ph idx="2" type="pic"/>
          </p:nvPr>
        </p:nvSpPr>
        <p:spPr>
          <a:xfrm>
            <a:off x="4633050" y="1196050"/>
            <a:ext cx="4282500" cy="1761000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p41"/>
          <p:cNvSpPr/>
          <p:nvPr>
            <p:ph idx="3" type="pic"/>
          </p:nvPr>
        </p:nvSpPr>
        <p:spPr>
          <a:xfrm>
            <a:off x="228600" y="1196050"/>
            <a:ext cx="4282500" cy="17610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90" name="Google Shape;290;p41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1" name="Google Shape;291;p41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2" name="Google Shape;292;p41"/>
          <p:cNvSpPr txBox="1"/>
          <p:nvPr>
            <p:ph idx="1" type="body"/>
          </p:nvPr>
        </p:nvSpPr>
        <p:spPr>
          <a:xfrm>
            <a:off x="229450" y="3455950"/>
            <a:ext cx="4061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93" name="Google Shape;293;p41"/>
          <p:cNvSpPr txBox="1"/>
          <p:nvPr>
            <p:ph idx="4" type="subTitle"/>
          </p:nvPr>
        </p:nvSpPr>
        <p:spPr>
          <a:xfrm>
            <a:off x="229450" y="3127850"/>
            <a:ext cx="4061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294" name="Google Shape;294;p41"/>
          <p:cNvSpPr txBox="1"/>
          <p:nvPr>
            <p:ph idx="5" type="body"/>
          </p:nvPr>
        </p:nvSpPr>
        <p:spPr>
          <a:xfrm>
            <a:off x="4633050" y="3455950"/>
            <a:ext cx="4061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95" name="Google Shape;295;p41"/>
          <p:cNvSpPr txBox="1"/>
          <p:nvPr>
            <p:ph idx="6" type="subTitle"/>
          </p:nvPr>
        </p:nvSpPr>
        <p:spPr>
          <a:xfrm>
            <a:off x="4633050" y="3127850"/>
            <a:ext cx="4061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1_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98" name="Google Shape;298;p42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42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0" name="Google Shape;300;p42"/>
          <p:cNvSpPr/>
          <p:nvPr>
            <p:ph idx="2" type="pic"/>
          </p:nvPr>
        </p:nvSpPr>
        <p:spPr>
          <a:xfrm>
            <a:off x="228600" y="1196050"/>
            <a:ext cx="2820300" cy="1761000"/>
          </a:xfrm>
          <a:prstGeom prst="rect">
            <a:avLst/>
          </a:prstGeom>
          <a:noFill/>
          <a:ln>
            <a:noFill/>
          </a:ln>
        </p:spPr>
      </p:sp>
      <p:sp>
        <p:nvSpPr>
          <p:cNvPr id="301" name="Google Shape;301;p42"/>
          <p:cNvSpPr/>
          <p:nvPr>
            <p:ph idx="3" type="pic"/>
          </p:nvPr>
        </p:nvSpPr>
        <p:spPr>
          <a:xfrm>
            <a:off x="3161800" y="1196050"/>
            <a:ext cx="2820300" cy="17610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42"/>
          <p:cNvSpPr/>
          <p:nvPr>
            <p:ph idx="4" type="pic"/>
          </p:nvPr>
        </p:nvSpPr>
        <p:spPr>
          <a:xfrm>
            <a:off x="6095000" y="1196050"/>
            <a:ext cx="2820300" cy="1761000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42"/>
          <p:cNvSpPr txBox="1"/>
          <p:nvPr>
            <p:ph idx="1" type="body"/>
          </p:nvPr>
        </p:nvSpPr>
        <p:spPr>
          <a:xfrm>
            <a:off x="2294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04" name="Google Shape;304;p42"/>
          <p:cNvSpPr txBox="1"/>
          <p:nvPr>
            <p:ph idx="5" type="subTitle"/>
          </p:nvPr>
        </p:nvSpPr>
        <p:spPr>
          <a:xfrm>
            <a:off x="2294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305" name="Google Shape;305;p42"/>
          <p:cNvSpPr txBox="1"/>
          <p:nvPr>
            <p:ph idx="6" type="body"/>
          </p:nvPr>
        </p:nvSpPr>
        <p:spPr>
          <a:xfrm>
            <a:off x="315580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06" name="Google Shape;306;p42"/>
          <p:cNvSpPr txBox="1"/>
          <p:nvPr>
            <p:ph idx="7" type="subTitle"/>
          </p:nvPr>
        </p:nvSpPr>
        <p:spPr>
          <a:xfrm>
            <a:off x="315580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307" name="Google Shape;307;p42"/>
          <p:cNvSpPr txBox="1"/>
          <p:nvPr>
            <p:ph idx="8" type="body"/>
          </p:nvPr>
        </p:nvSpPr>
        <p:spPr>
          <a:xfrm>
            <a:off x="60821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08" name="Google Shape;308;p42"/>
          <p:cNvSpPr txBox="1"/>
          <p:nvPr>
            <p:ph idx="9" type="subTitle"/>
          </p:nvPr>
        </p:nvSpPr>
        <p:spPr>
          <a:xfrm>
            <a:off x="60821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 with footer">
  <p:cSld name="CUSTOM_1_1_1_1_1_1_1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3"/>
          <p:cNvSpPr/>
          <p:nvPr>
            <p:ph idx="2" type="pic"/>
          </p:nvPr>
        </p:nvSpPr>
        <p:spPr>
          <a:xfrm>
            <a:off x="228600" y="164350"/>
            <a:ext cx="86844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4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2" name="Google Shape;312;p43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313" name="Google Shape;313;p43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1_1_1_1_1_1_1_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4"/>
          <p:cNvSpPr/>
          <p:nvPr>
            <p:ph idx="2" type="pic"/>
          </p:nvPr>
        </p:nvSpPr>
        <p:spPr>
          <a:xfrm>
            <a:off x="228600" y="164350"/>
            <a:ext cx="86844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4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17" name="Google Shape;317;p44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1_1_1_1_1_1_1_1_1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20" name="Google Shape;320;p4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45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45"/>
          <p:cNvSpPr/>
          <p:nvPr>
            <p:ph idx="2" type="pic"/>
          </p:nvPr>
        </p:nvSpPr>
        <p:spPr>
          <a:xfrm>
            <a:off x="228600" y="2598025"/>
            <a:ext cx="2024400" cy="18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23" name="Google Shape;323;p45"/>
          <p:cNvSpPr/>
          <p:nvPr>
            <p:ph idx="3" type="pic"/>
          </p:nvPr>
        </p:nvSpPr>
        <p:spPr>
          <a:xfrm>
            <a:off x="3864875" y="2598025"/>
            <a:ext cx="3561900" cy="18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5"/>
          <p:cNvSpPr/>
          <p:nvPr>
            <p:ph idx="4" type="pic"/>
          </p:nvPr>
        </p:nvSpPr>
        <p:spPr>
          <a:xfrm>
            <a:off x="7547700" y="2598025"/>
            <a:ext cx="1367700" cy="18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45"/>
          <p:cNvSpPr/>
          <p:nvPr>
            <p:ph idx="5" type="pic"/>
          </p:nvPr>
        </p:nvSpPr>
        <p:spPr>
          <a:xfrm>
            <a:off x="2375088" y="2598025"/>
            <a:ext cx="1367700" cy="18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26" name="Google Shape;326;p45"/>
          <p:cNvSpPr/>
          <p:nvPr>
            <p:ph idx="6" type="pic"/>
          </p:nvPr>
        </p:nvSpPr>
        <p:spPr>
          <a:xfrm>
            <a:off x="228600" y="1038850"/>
            <a:ext cx="1003500" cy="145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45"/>
          <p:cNvSpPr/>
          <p:nvPr>
            <p:ph idx="7" type="pic"/>
          </p:nvPr>
        </p:nvSpPr>
        <p:spPr>
          <a:xfrm>
            <a:off x="6745975" y="1038850"/>
            <a:ext cx="2169600" cy="145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5"/>
          <p:cNvSpPr/>
          <p:nvPr>
            <p:ph idx="8" type="pic"/>
          </p:nvPr>
        </p:nvSpPr>
        <p:spPr>
          <a:xfrm>
            <a:off x="1354150" y="1038850"/>
            <a:ext cx="1502400" cy="145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5"/>
          <p:cNvSpPr/>
          <p:nvPr>
            <p:ph idx="9" type="pic"/>
          </p:nvPr>
        </p:nvSpPr>
        <p:spPr>
          <a:xfrm>
            <a:off x="2981410" y="1038850"/>
            <a:ext cx="2196300" cy="14535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5"/>
          <p:cNvSpPr/>
          <p:nvPr>
            <p:ph idx="13" type="pic"/>
          </p:nvPr>
        </p:nvSpPr>
        <p:spPr>
          <a:xfrm>
            <a:off x="5311004" y="1038850"/>
            <a:ext cx="1301700" cy="145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image">
  <p:cSld name="CUSTOM_2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" name="Google Shape;333;p46"/>
          <p:cNvSpPr/>
          <p:nvPr>
            <p:ph idx="2" type="pic"/>
          </p:nvPr>
        </p:nvSpPr>
        <p:spPr>
          <a:xfrm>
            <a:off x="228600" y="164350"/>
            <a:ext cx="5751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46"/>
          <p:cNvSpPr txBox="1"/>
          <p:nvPr>
            <p:ph type="title"/>
          </p:nvPr>
        </p:nvSpPr>
        <p:spPr>
          <a:xfrm>
            <a:off x="6095100" y="321875"/>
            <a:ext cx="2820300" cy="15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5" name="Google Shape;335;p46"/>
          <p:cNvSpPr txBox="1"/>
          <p:nvPr>
            <p:ph idx="1" type="subTitle"/>
          </p:nvPr>
        </p:nvSpPr>
        <p:spPr>
          <a:xfrm>
            <a:off x="6095100" y="1842575"/>
            <a:ext cx="2820300" cy="26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36" name="Google Shape;336;p46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337" name="Google Shape;337;p46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2_1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0" name="Google Shape;340;p4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1" name="Google Shape;341;p47"/>
          <p:cNvSpPr txBox="1"/>
          <p:nvPr>
            <p:ph hasCustomPrompt="1" type="title"/>
          </p:nvPr>
        </p:nvSpPr>
        <p:spPr>
          <a:xfrm>
            <a:off x="225750" y="1212350"/>
            <a:ext cx="8606700" cy="439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9pPr>
          </a:lstStyle>
          <a:p>
            <a:r>
              <a:t>xx%</a:t>
            </a:r>
          </a:p>
        </p:txBody>
      </p:sp>
      <p:cxnSp>
        <p:nvCxnSpPr>
          <p:cNvPr id="342" name="Google Shape;342;p47"/>
          <p:cNvCxnSpPr/>
          <p:nvPr/>
        </p:nvCxnSpPr>
        <p:spPr>
          <a:xfrm flipH="1" rot="10800000">
            <a:off x="225750" y="12123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47"/>
          <p:cNvSpPr txBox="1"/>
          <p:nvPr>
            <p:ph idx="1" type="body"/>
          </p:nvPr>
        </p:nvSpPr>
        <p:spPr>
          <a:xfrm>
            <a:off x="228600" y="578150"/>
            <a:ext cx="8692500" cy="63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2_1_1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6" name="Google Shape;346;p48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7" name="Google Shape;347;p48"/>
          <p:cNvSpPr txBox="1"/>
          <p:nvPr>
            <p:ph idx="1" type="body"/>
          </p:nvPr>
        </p:nvSpPr>
        <p:spPr>
          <a:xfrm>
            <a:off x="228600" y="3719575"/>
            <a:ext cx="3942600" cy="74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9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owun Batang"/>
              <a:buNone/>
              <a:defRPr sz="36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2947825"/>
            <a:ext cx="8520600" cy="16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44">
          <p15:clr>
            <a:srgbClr val="E46962"/>
          </p15:clr>
        </p15:guide>
        <p15:guide id="2" pos="5616">
          <p15:clr>
            <a:srgbClr val="E46962"/>
          </p15:clr>
        </p15:guide>
        <p15:guide id="3" orient="horz" pos="10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0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Ronggo Bintang P.</a:t>
            </a:r>
            <a:r>
              <a:rPr lang="en"/>
              <a:t> ©</a:t>
            </a:r>
            <a:endParaRPr/>
          </a:p>
        </p:txBody>
      </p:sp>
      <p:sp>
        <p:nvSpPr>
          <p:cNvPr id="354" name="Google Shape;354;p50"/>
          <p:cNvSpPr txBox="1"/>
          <p:nvPr>
            <p:ph type="title"/>
          </p:nvPr>
        </p:nvSpPr>
        <p:spPr>
          <a:xfrm>
            <a:off x="228600" y="1909750"/>
            <a:ext cx="84045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Ensemble Learning Simposium</a:t>
            </a:r>
            <a:endParaRPr b="1"/>
          </a:p>
        </p:txBody>
      </p:sp>
      <p:sp>
        <p:nvSpPr>
          <p:cNvPr id="355" name="Google Shape;355;p50"/>
          <p:cNvSpPr txBox="1"/>
          <p:nvPr>
            <p:ph idx="2" type="body"/>
          </p:nvPr>
        </p:nvSpPr>
        <p:spPr>
          <a:xfrm>
            <a:off x="2286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STIKom El Rahma</a:t>
            </a:r>
            <a:endParaRPr/>
          </a:p>
        </p:txBody>
      </p:sp>
      <p:sp>
        <p:nvSpPr>
          <p:cNvPr id="356" name="Google Shape;356;p50"/>
          <p:cNvSpPr txBox="1"/>
          <p:nvPr>
            <p:ph idx="5" type="body"/>
          </p:nvPr>
        </p:nvSpPr>
        <p:spPr>
          <a:xfrm>
            <a:off x="24003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</a:t>
            </a:r>
            <a:endParaRPr/>
          </a:p>
        </p:txBody>
      </p:sp>
      <p:sp>
        <p:nvSpPr>
          <p:cNvPr id="357" name="Google Shape;357;p50"/>
          <p:cNvSpPr txBox="1"/>
          <p:nvPr>
            <p:ph idx="6" type="body"/>
          </p:nvPr>
        </p:nvSpPr>
        <p:spPr>
          <a:xfrm>
            <a:off x="45720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Ensemble</a:t>
            </a:r>
            <a:endParaRPr/>
          </a:p>
        </p:txBody>
      </p:sp>
      <p:sp>
        <p:nvSpPr>
          <p:cNvPr id="358" name="Google Shape;358;p50"/>
          <p:cNvSpPr txBox="1"/>
          <p:nvPr>
            <p:ph idx="7" type="body"/>
          </p:nvPr>
        </p:nvSpPr>
        <p:spPr>
          <a:xfrm>
            <a:off x="67437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Pertemuan 5</a:t>
            </a:r>
            <a:endParaRPr/>
          </a:p>
        </p:txBody>
      </p:sp>
      <p:sp>
        <p:nvSpPr>
          <p:cNvPr id="359" name="Google Shape;359;p50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0" name="Google Shape;360;p50"/>
          <p:cNvSpPr txBox="1"/>
          <p:nvPr/>
        </p:nvSpPr>
        <p:spPr>
          <a:xfrm>
            <a:off x="228600" y="2712250"/>
            <a:ext cx="84045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133817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1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Ronggo Bintang P. ©</a:t>
            </a:r>
            <a:endParaRPr/>
          </a:p>
        </p:txBody>
      </p:sp>
      <p:sp>
        <p:nvSpPr>
          <p:cNvPr id="366" name="Google Shape;366;p5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7" name="Google Shape;367;p51"/>
          <p:cNvSpPr txBox="1"/>
          <p:nvPr>
            <p:ph type="title"/>
          </p:nvPr>
        </p:nvSpPr>
        <p:spPr>
          <a:xfrm>
            <a:off x="229450" y="164350"/>
            <a:ext cx="8686800" cy="61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Latar Belakang &amp; Masalah Utama</a:t>
            </a:r>
            <a:endParaRPr b="1" sz="3000"/>
          </a:p>
        </p:txBody>
      </p:sp>
      <p:sp>
        <p:nvSpPr>
          <p:cNvPr id="368" name="Google Shape;368;p51"/>
          <p:cNvSpPr txBox="1"/>
          <p:nvPr/>
        </p:nvSpPr>
        <p:spPr>
          <a:xfrm>
            <a:off x="229450" y="961300"/>
            <a:ext cx="8686800" cy="3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wun Batang"/>
              <a:buChar char="●"/>
            </a:pPr>
            <a:r>
              <a:rPr b="1"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Masalah:</a:t>
            </a: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 Penipuan kartu kredit merupakan ancaman serius bagi institusi finansial.</a:t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wun Batang"/>
              <a:buChar char="●"/>
            </a:pPr>
            <a:r>
              <a:rPr b="1"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Tantangan Data:</a:t>
            </a:r>
            <a:endParaRPr b="1"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wun Batang"/>
              <a:buChar char="○"/>
            </a:pP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Dataset memiliki tingkat ketimpangan ekstrem: </a:t>
            </a:r>
            <a:r>
              <a:rPr b="1"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99,83% Transaksi Normal</a:t>
            </a: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 vs </a:t>
            </a:r>
            <a:r>
              <a:rPr b="1"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0,166% Transaksi Fraud</a:t>
            </a: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.</a:t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wun Batang"/>
              <a:buChar char="○"/>
            </a:pP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Hanya terdapat </a:t>
            </a:r>
            <a:r>
              <a:rPr b="1"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83 kasus Fraud</a:t>
            </a: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 dari 50.000 sampel data.</a:t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wun Batang"/>
              <a:buChar char="●"/>
            </a:pPr>
            <a:r>
              <a:rPr b="1"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Dampak</a:t>
            </a: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: Model konvensional cenderung mengabaikan kelas minoritas (Fraud) dan memberikan akurasi semu 99% padahal gagal mendeteksi penipuan.</a:t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2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Ronggo Bintang P. ©</a:t>
            </a:r>
            <a:endParaRPr/>
          </a:p>
        </p:txBody>
      </p:sp>
      <p:sp>
        <p:nvSpPr>
          <p:cNvPr id="374" name="Google Shape;374;p5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5" name="Google Shape;375;p52"/>
          <p:cNvSpPr txBox="1"/>
          <p:nvPr>
            <p:ph type="title"/>
          </p:nvPr>
        </p:nvSpPr>
        <p:spPr>
          <a:xfrm>
            <a:off x="229450" y="164350"/>
            <a:ext cx="8686800" cy="61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Teknik Penanganan Data (SMOTE)</a:t>
            </a:r>
            <a:endParaRPr b="1" sz="3000"/>
          </a:p>
        </p:txBody>
      </p:sp>
      <p:sp>
        <p:nvSpPr>
          <p:cNvPr id="376" name="Google Shape;376;p52"/>
          <p:cNvSpPr txBox="1"/>
          <p:nvPr/>
        </p:nvSpPr>
        <p:spPr>
          <a:xfrm>
            <a:off x="229450" y="961300"/>
            <a:ext cx="8686800" cy="3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wun Batang"/>
              <a:buChar char="●"/>
            </a:pPr>
            <a:r>
              <a:rPr b="1"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Solusi:</a:t>
            </a: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 Menggunakan Synthetic Minority Over-sampling Technique (SMOTE).</a:t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wun Batang"/>
              <a:buChar char="●"/>
            </a:pPr>
            <a:r>
              <a:rPr b="1"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Cara Kerja:</a:t>
            </a: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 Menciptakan data penipuan sintetik berdasarkan kemiripan pola (k-nearest neighbors) untuk menyeimbangkan kelas.</a:t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wun Batang"/>
              <a:buChar char="●"/>
            </a:pPr>
            <a:r>
              <a:rPr b="1"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Hasil:</a:t>
            </a:r>
            <a:endParaRPr b="1"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wun Batang"/>
              <a:buChar char="○"/>
            </a:pP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Sebelum SMOTE: Proporsi sangat timpang.</a:t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wun Batang"/>
              <a:buChar char="○"/>
            </a:pP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Sesudah SMOTE: Proporsi kelas menjadi 50:50 (total 79.868 data latih) sehingga model dapat belajar pola penipuan secara adil.</a:t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3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Ronggo Bintang P. ©</a:t>
            </a:r>
            <a:endParaRPr/>
          </a:p>
        </p:txBody>
      </p:sp>
      <p:sp>
        <p:nvSpPr>
          <p:cNvPr id="382" name="Google Shape;382;p5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3" name="Google Shape;383;p53"/>
          <p:cNvSpPr txBox="1"/>
          <p:nvPr>
            <p:ph type="title"/>
          </p:nvPr>
        </p:nvSpPr>
        <p:spPr>
          <a:xfrm>
            <a:off x="229450" y="164350"/>
            <a:ext cx="8686800" cy="61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Memahami Fitur Anonim (Konsep PCA)</a:t>
            </a:r>
            <a:endParaRPr b="1" sz="3000"/>
          </a:p>
        </p:txBody>
      </p:sp>
      <p:sp>
        <p:nvSpPr>
          <p:cNvPr id="384" name="Google Shape;384;p53"/>
          <p:cNvSpPr txBox="1"/>
          <p:nvPr/>
        </p:nvSpPr>
        <p:spPr>
          <a:xfrm>
            <a:off x="229450" y="961300"/>
            <a:ext cx="8686800" cy="3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wun Batang"/>
              <a:buChar char="●"/>
            </a:pPr>
            <a:r>
              <a:rPr b="1"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Kerahasiaan Data:</a:t>
            </a: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 Fitur V1 hingga V28 adalah hasil transformasi Principal Component Analysis (PCA) untuk melindungi privasi nasabah.</a:t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wun Batang"/>
              <a:buChar char="●"/>
            </a:pPr>
            <a:r>
              <a:rPr b="1"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Mengapa PCA?</a:t>
            </a:r>
            <a:endParaRPr b="1"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wun Batang"/>
              <a:buChar char="○"/>
            </a:pP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Meringkas puluhan variabel menjadi komponen utama yang mewakili perilaku transaksi.</a:t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wun Batang"/>
              <a:buChar char="○"/>
            </a:pP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Menghilangkan korelasi antar variabel asli yang dapat membingungkan model.</a:t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wun Batang"/>
              <a:buChar char="●"/>
            </a:pPr>
            <a:r>
              <a:rPr b="1"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Parameter Utama:</a:t>
            </a: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 Selain fitur PCA, model juga menggunakan fitur </a:t>
            </a:r>
            <a:r>
              <a:rPr b="1" i="1"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Amount</a:t>
            </a: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 (Jumlah Transaksi) untuk membedakan pola konsumsi normal vs mencurigakan.</a:t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4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Ronggo Bintang P. ©</a:t>
            </a:r>
            <a:endParaRPr/>
          </a:p>
        </p:txBody>
      </p:sp>
      <p:sp>
        <p:nvSpPr>
          <p:cNvPr id="390" name="Google Shape;390;p5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1" name="Google Shape;391;p54"/>
          <p:cNvSpPr txBox="1"/>
          <p:nvPr>
            <p:ph type="title"/>
          </p:nvPr>
        </p:nvSpPr>
        <p:spPr>
          <a:xfrm>
            <a:off x="229450" y="164350"/>
            <a:ext cx="8686800" cy="61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Metodologi &amp; Model Ensemble</a:t>
            </a:r>
            <a:endParaRPr b="1" sz="3000"/>
          </a:p>
        </p:txBody>
      </p:sp>
      <p:sp>
        <p:nvSpPr>
          <p:cNvPr id="392" name="Google Shape;392;p54"/>
          <p:cNvSpPr txBox="1"/>
          <p:nvPr/>
        </p:nvSpPr>
        <p:spPr>
          <a:xfrm>
            <a:off x="229450" y="961300"/>
            <a:ext cx="8686800" cy="3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wun Batang"/>
              <a:buChar char="●"/>
            </a:pPr>
            <a:r>
              <a:rPr b="1"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Algoritma Utama: XGBoost Classifier.</a:t>
            </a:r>
            <a:endParaRPr b="1"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wun Batang"/>
              <a:buChar char="●"/>
            </a:pPr>
            <a:r>
              <a:rPr b="1"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Keunggulan:</a:t>
            </a:r>
            <a:endParaRPr b="1"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wun Batang"/>
              <a:buChar char="○"/>
            </a:pP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Menggunakan teknik </a:t>
            </a:r>
            <a:r>
              <a:rPr i="1"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Gradient Boosting</a:t>
            </a: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 yang memperbaiki kesalahan prediksi secara bertahap.</a:t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wun Batang"/>
              <a:buChar char="○"/>
            </a:pP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Lebih tangguh terhadap </a:t>
            </a:r>
            <a:r>
              <a:rPr i="1"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overfitting</a:t>
            </a: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 dibandingkan pohon keputusan tunggal.</a:t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wun Batang"/>
              <a:buChar char="●"/>
            </a:pPr>
            <a:r>
              <a:rPr b="1"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Konfigurasi Teknis:</a:t>
            </a:r>
            <a:endParaRPr b="1"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wun Batang"/>
              <a:buChar char="○"/>
            </a:pP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Learning Objective: binary:logistic.</a:t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wun Batang"/>
              <a:buChar char="○"/>
            </a:pP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Evaluation Metric: logloss untuk optimasi probabilitas.</a:t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5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Ronggo Bintang P. ©</a:t>
            </a:r>
            <a:endParaRPr/>
          </a:p>
        </p:txBody>
      </p:sp>
      <p:sp>
        <p:nvSpPr>
          <p:cNvPr id="398" name="Google Shape;398;p5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9" name="Google Shape;399;p55"/>
          <p:cNvSpPr txBox="1"/>
          <p:nvPr>
            <p:ph type="title"/>
          </p:nvPr>
        </p:nvSpPr>
        <p:spPr>
          <a:xfrm>
            <a:off x="229450" y="164350"/>
            <a:ext cx="8686800" cy="61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Hasil Evaluasi &amp; Performa Model</a:t>
            </a:r>
            <a:endParaRPr b="1" sz="3000"/>
          </a:p>
        </p:txBody>
      </p:sp>
      <p:sp>
        <p:nvSpPr>
          <p:cNvPr id="400" name="Google Shape;400;p55"/>
          <p:cNvSpPr txBox="1"/>
          <p:nvPr/>
        </p:nvSpPr>
        <p:spPr>
          <a:xfrm>
            <a:off x="229450" y="961300"/>
            <a:ext cx="8686800" cy="3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wun Batang"/>
              <a:buChar char="●"/>
            </a:pPr>
            <a:r>
              <a:rPr b="1"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Metrik Wajib:</a:t>
            </a: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 AUPRC (</a:t>
            </a:r>
            <a:r>
              <a:rPr i="1"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Area Under the Precision-Recall Curve</a:t>
            </a: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) lebih relevan daripada akurasi pada data imbalanced.</a:t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wun Batang"/>
              <a:buChar char="●"/>
            </a:pPr>
            <a:r>
              <a:rPr b="1"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Skor AUPRC: 0.6843.</a:t>
            </a:r>
            <a:endParaRPr b="1"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wun Batang"/>
              <a:buChar char="●"/>
            </a:pPr>
            <a:r>
              <a:rPr b="1"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Analisis Klasifikasi:</a:t>
            </a:r>
            <a:endParaRPr b="1"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wun Batang"/>
              <a:buChar char="○"/>
            </a:pP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Akurasi keseluruhan mencapai 1.00.</a:t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wun Batang"/>
              <a:buChar char="○"/>
            </a:pP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Recall pada kelas Fraud: </a:t>
            </a:r>
            <a:r>
              <a:rPr b="1"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0.76</a:t>
            </a: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 (Artinya: 76% penipuan berhasil terdeteksi oleh sistem).</a:t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wun Batang"/>
              <a:buChar char="○"/>
            </a:pP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Precision pada kelas Fraud: </a:t>
            </a:r>
            <a:r>
              <a:rPr b="1"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0.65</a:t>
            </a: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 (Tingkat kepercayaan tebakan fraud).</a:t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6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Ronggo Bintang P. ©</a:t>
            </a:r>
            <a:endParaRPr/>
          </a:p>
        </p:txBody>
      </p:sp>
      <p:sp>
        <p:nvSpPr>
          <p:cNvPr id="406" name="Google Shape;406;p5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7" name="Google Shape;407;p56"/>
          <p:cNvSpPr txBox="1"/>
          <p:nvPr>
            <p:ph type="title"/>
          </p:nvPr>
        </p:nvSpPr>
        <p:spPr>
          <a:xfrm>
            <a:off x="229450" y="164350"/>
            <a:ext cx="8686800" cy="61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Proof of Concept (PoC) Demo</a:t>
            </a:r>
            <a:endParaRPr b="1" sz="3000"/>
          </a:p>
        </p:txBody>
      </p:sp>
      <p:sp>
        <p:nvSpPr>
          <p:cNvPr id="408" name="Google Shape;408;p56"/>
          <p:cNvSpPr txBox="1"/>
          <p:nvPr/>
        </p:nvSpPr>
        <p:spPr>
          <a:xfrm>
            <a:off x="229450" y="961300"/>
            <a:ext cx="8686800" cy="3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wun Batang"/>
              <a:buChar char="●"/>
            </a:pPr>
            <a:r>
              <a:rPr b="1"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Teknologi:</a:t>
            </a: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 Antarmuka berbasis web menggunakan </a:t>
            </a:r>
            <a:r>
              <a:rPr b="1"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Gradio</a:t>
            </a: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.</a:t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wun Batang"/>
              <a:buChar char="●"/>
            </a:pPr>
            <a:r>
              <a:rPr b="1"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Fitur Aplikasi:</a:t>
            </a:r>
            <a:endParaRPr b="1"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wun Batang"/>
              <a:buChar char="○"/>
            </a:pP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Input manual nilai Amount dan Indikator PCA (V1 &amp; V2).</a:t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wun Batang"/>
              <a:buChar char="○"/>
            </a:pP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Prediksi real-time dengan label </a:t>
            </a:r>
            <a:r>
              <a:rPr b="1"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"Aman"</a:t>
            </a: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 atau </a:t>
            </a:r>
            <a:r>
              <a:rPr b="1"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"Terdeteksi Fraud"</a:t>
            </a: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.</a:t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wun Batang"/>
              <a:buChar char="○"/>
            </a:pP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Menampilkan </a:t>
            </a:r>
            <a:r>
              <a:rPr b="1"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Probabilitas Fraud</a:t>
            </a: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 untuk mendukung pengambilan keputusan manual oleh tim keamanan bank.</a:t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7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Ronggo Bintang P. ©</a:t>
            </a:r>
            <a:endParaRPr/>
          </a:p>
        </p:txBody>
      </p:sp>
      <p:sp>
        <p:nvSpPr>
          <p:cNvPr id="414" name="Google Shape;414;p5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5" name="Google Shape;415;p57"/>
          <p:cNvSpPr txBox="1"/>
          <p:nvPr>
            <p:ph type="title"/>
          </p:nvPr>
        </p:nvSpPr>
        <p:spPr>
          <a:xfrm>
            <a:off x="229450" y="164350"/>
            <a:ext cx="8686800" cy="61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Tantangan Teknis &amp; Pembelajaran</a:t>
            </a:r>
            <a:endParaRPr b="1" sz="3000"/>
          </a:p>
        </p:txBody>
      </p:sp>
      <p:sp>
        <p:nvSpPr>
          <p:cNvPr id="416" name="Google Shape;416;p57"/>
          <p:cNvSpPr txBox="1"/>
          <p:nvPr/>
        </p:nvSpPr>
        <p:spPr>
          <a:xfrm>
            <a:off x="229450" y="961300"/>
            <a:ext cx="8686800" cy="3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wun Batang"/>
              <a:buChar char="●"/>
            </a:pPr>
            <a:r>
              <a:rPr b="1"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Penemuan Penting:</a:t>
            </a: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 Jumlah fitur harus konsisten antara tahap pelatihan dan inferensi (menggunakan </a:t>
            </a:r>
            <a:r>
              <a:rPr b="1"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29 fitur</a:t>
            </a: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 utama).</a:t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wun Batang"/>
              <a:buChar char="●"/>
            </a:pPr>
            <a:r>
              <a:rPr b="1"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Technical Fix:</a:t>
            </a: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 Penanganan </a:t>
            </a:r>
            <a:r>
              <a:rPr i="1"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Error Index Out of Bounds</a:t>
            </a: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 dengan memastikan input data sesuai dengan dimensi model yang dipelajari.</a:t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wun Batang"/>
              <a:buChar char="●"/>
            </a:pPr>
            <a:r>
              <a:rPr b="1"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Kesimpulan:</a:t>
            </a:r>
            <a:r>
              <a:rPr lang="en" sz="1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 Integrasi SMOTE dan XGBoost terbukti efektif meningkatkan kemampuan model dalam mengenali anomali transaksi yang sangat langka.</a:t>
            </a:r>
            <a:endParaRPr sz="18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8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Ronggo Bintang P. ©</a:t>
            </a:r>
            <a:endParaRPr/>
          </a:p>
        </p:txBody>
      </p:sp>
      <p:sp>
        <p:nvSpPr>
          <p:cNvPr id="422" name="Google Shape;422;p58"/>
          <p:cNvSpPr txBox="1"/>
          <p:nvPr>
            <p:ph type="title"/>
          </p:nvPr>
        </p:nvSpPr>
        <p:spPr>
          <a:xfrm>
            <a:off x="228600" y="1909750"/>
            <a:ext cx="62328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423" name="Google Shape;423;p58"/>
          <p:cNvSpPr txBox="1"/>
          <p:nvPr>
            <p:ph idx="2" type="body"/>
          </p:nvPr>
        </p:nvSpPr>
        <p:spPr>
          <a:xfrm>
            <a:off x="2286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STIKom El Rahma</a:t>
            </a:r>
            <a:endParaRPr/>
          </a:p>
        </p:txBody>
      </p:sp>
      <p:sp>
        <p:nvSpPr>
          <p:cNvPr id="424" name="Google Shape;424;p58"/>
          <p:cNvSpPr txBox="1"/>
          <p:nvPr>
            <p:ph idx="5" type="body"/>
          </p:nvPr>
        </p:nvSpPr>
        <p:spPr>
          <a:xfrm>
            <a:off x="24003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</a:t>
            </a:r>
            <a:endParaRPr/>
          </a:p>
        </p:txBody>
      </p:sp>
      <p:sp>
        <p:nvSpPr>
          <p:cNvPr id="425" name="Google Shape;425;p58"/>
          <p:cNvSpPr txBox="1"/>
          <p:nvPr>
            <p:ph idx="6" type="body"/>
          </p:nvPr>
        </p:nvSpPr>
        <p:spPr>
          <a:xfrm>
            <a:off x="45720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Ensemble</a:t>
            </a:r>
            <a:endParaRPr/>
          </a:p>
        </p:txBody>
      </p:sp>
      <p:sp>
        <p:nvSpPr>
          <p:cNvPr id="426" name="Google Shape;426;p58"/>
          <p:cNvSpPr txBox="1"/>
          <p:nvPr>
            <p:ph idx="7" type="body"/>
          </p:nvPr>
        </p:nvSpPr>
        <p:spPr>
          <a:xfrm>
            <a:off x="67437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Pertemuan 5</a:t>
            </a:r>
            <a:endParaRPr/>
          </a:p>
        </p:txBody>
      </p:sp>
      <p:sp>
        <p:nvSpPr>
          <p:cNvPr id="427" name="Google Shape;427;p5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rtfolio">
  <a:themeElements>
    <a:clrScheme name="Simple Light">
      <a:dk1>
        <a:srgbClr val="133817"/>
      </a:dk1>
      <a:lt1>
        <a:srgbClr val="E9EBE8"/>
      </a:lt1>
      <a:dk2>
        <a:srgbClr val="C2C7C0"/>
      </a:dk2>
      <a:lt2>
        <a:srgbClr val="EE7630"/>
      </a:lt2>
      <a:accent1>
        <a:srgbClr val="000000"/>
      </a:accent1>
      <a:accent2>
        <a:srgbClr val="931F1D"/>
      </a:accent2>
      <a:accent3>
        <a:srgbClr val="4F7CAC"/>
      </a:accent3>
      <a:accent4>
        <a:srgbClr val="C287E8"/>
      </a:accent4>
      <a:accent5>
        <a:srgbClr val="563635"/>
      </a:accent5>
      <a:accent6>
        <a:srgbClr val="63A46C"/>
      </a:accent6>
      <a:hlink>
        <a:srgbClr val="B744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